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F236-89B8-4BBB-893D-2CAB3C1E561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C6FB-0B2D-4EB5-B955-51B303A97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56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F236-89B8-4BBB-893D-2CAB3C1E561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C6FB-0B2D-4EB5-B955-51B303A97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68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EFF236-89B8-4BBB-893D-2CAB3C1E561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E2C6FB-0B2D-4EB5-B955-51B303A97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660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F236-89B8-4BBB-893D-2CAB3C1E561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C6FB-0B2D-4EB5-B955-51B303A97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96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F236-89B8-4BBB-893D-2CAB3C1E561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C6FB-0B2D-4EB5-B955-51B303A97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773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F236-89B8-4BBB-893D-2CAB3C1E561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C6FB-0B2D-4EB5-B955-51B303A97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676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F236-89B8-4BBB-893D-2CAB3C1E561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C6FB-0B2D-4EB5-B955-51B303A97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343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F236-89B8-4BBB-893D-2CAB3C1E561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C6FB-0B2D-4EB5-B955-51B303A97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9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F236-89B8-4BBB-893D-2CAB3C1E561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C6FB-0B2D-4EB5-B955-51B303A97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F236-89B8-4BBB-893D-2CAB3C1E561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C6FB-0B2D-4EB5-B955-51B303A97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01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42EFF236-89B8-4BBB-893D-2CAB3C1E561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1AE2C6FB-0B2D-4EB5-B955-51B303A97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30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42EFF236-89B8-4BBB-893D-2CAB3C1E561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1AE2C6FB-0B2D-4EB5-B955-51B303A97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328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BBC9-4F95-E958-0C58-8108EAE84F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HANGMAN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BCF48-ADBD-61D1-EFDF-B6E763960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680" y="4407730"/>
            <a:ext cx="9144000" cy="1309255"/>
          </a:xfrm>
        </p:spPr>
        <p:txBody>
          <a:bodyPr/>
          <a:lstStyle/>
          <a:p>
            <a:r>
              <a:rPr lang="en-IN" b="1" dirty="0"/>
              <a:t>BY: VINYAS AND VISHNU PRASAD</a:t>
            </a:r>
          </a:p>
          <a:p>
            <a:r>
              <a:rPr lang="en-IN" b="1" dirty="0"/>
              <a:t>MENTOR: Dr. M. ARUNA </a:t>
            </a:r>
          </a:p>
        </p:txBody>
      </p:sp>
      <p:pic>
        <p:nvPicPr>
          <p:cNvPr id="1028" name="Picture 4" descr="Hangman Game Images – Browse 417 Stock Photos, Vectors, and Video | Adobe  Stock">
            <a:extLst>
              <a:ext uri="{FF2B5EF4-FFF2-40B4-BE49-F238E27FC236}">
                <a16:creationId xmlns:a16="http://schemas.microsoft.com/office/drawing/2014/main" id="{16917DCC-3C87-08C2-F884-39BF45BEC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8978" y="2064418"/>
            <a:ext cx="1749853" cy="174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85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156C6-5243-19B4-4BC0-9C8023E5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6740F-1DAE-23BA-02C1-525041E51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Hangman is a classic word-guessing game</a:t>
            </a:r>
          </a:p>
          <a:p>
            <a:r>
              <a:rPr lang="en-US" b="1" dirty="0"/>
              <a:t>Player guesses letters to reveal a hidden word</a:t>
            </a:r>
          </a:p>
          <a:p>
            <a:r>
              <a:rPr lang="en-US" b="1" dirty="0"/>
              <a:t>Limited number of wrong guesses allowed </a:t>
            </a:r>
          </a:p>
          <a:p>
            <a:r>
              <a:rPr lang="en-US" b="1" dirty="0"/>
              <a:t>A 30-second timer adds challenge and engagement </a:t>
            </a:r>
          </a:p>
          <a:p>
            <a:r>
              <a:rPr lang="en-US" b="1" dirty="0"/>
              <a:t>Developed as a web-based interactive game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75156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EE930-1CE5-DBA5-7BA7-6B73DC2D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 Features &amp;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26012-264F-5724-66DD-2A25293E09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	Features:</a:t>
            </a:r>
          </a:p>
          <a:p>
            <a:r>
              <a:rPr lang="en-IN" b="1" dirty="0"/>
              <a:t>Random word selection</a:t>
            </a:r>
          </a:p>
          <a:p>
            <a:r>
              <a:rPr lang="en-IN" b="1" dirty="0"/>
              <a:t>Hint display </a:t>
            </a:r>
          </a:p>
          <a:p>
            <a:r>
              <a:rPr lang="en-IN" b="1" dirty="0"/>
              <a:t>Hangman drawing</a:t>
            </a:r>
          </a:p>
          <a:p>
            <a:r>
              <a:rPr lang="en-IN" b="1" dirty="0"/>
              <a:t>30-second countdown timer</a:t>
            </a:r>
          </a:p>
          <a:p>
            <a:r>
              <a:rPr lang="en-IN" b="1" dirty="0"/>
              <a:t>Restart option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59FA6-E6F1-113F-98C7-333F5DEC7D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	Working:</a:t>
            </a:r>
          </a:p>
          <a:p>
            <a:r>
              <a:rPr lang="en-IN" b="1" dirty="0"/>
              <a:t>Player enters letters </a:t>
            </a:r>
          </a:p>
          <a:p>
            <a:r>
              <a:rPr lang="en-IN" b="1" dirty="0"/>
              <a:t>Correct guesses reveal letters</a:t>
            </a:r>
          </a:p>
          <a:p>
            <a:r>
              <a:rPr lang="en-IN" b="1" dirty="0"/>
              <a:t>Wrong guesses draw hangman</a:t>
            </a:r>
          </a:p>
          <a:p>
            <a:r>
              <a:rPr lang="en-IN" b="1" dirty="0"/>
              <a:t> Timer ends game if time runs out</a:t>
            </a:r>
          </a:p>
          <a:p>
            <a:r>
              <a:rPr lang="en-IN" b="1" dirty="0"/>
              <a:t>Game ends on win or loss</a:t>
            </a:r>
          </a:p>
        </p:txBody>
      </p:sp>
    </p:spTree>
    <p:extLst>
      <p:ext uri="{BB962C8B-B14F-4D97-AF65-F5344CB8AC3E}">
        <p14:creationId xmlns:p14="http://schemas.microsoft.com/office/powerpoint/2010/main" val="79798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E0046-1840-F39B-8251-44D1334F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DSA Concepts Used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90445-68A2-8D35-8DD3-3EA83210C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1" dirty="0"/>
              <a:t>Arrays </a:t>
            </a:r>
          </a:p>
          <a:p>
            <a:pPr marL="457200" indent="-457200">
              <a:buAutoNum type="arabicPeriod"/>
            </a:pPr>
            <a:r>
              <a:rPr lang="en-US" b="1" dirty="0"/>
              <a:t>Strings</a:t>
            </a:r>
          </a:p>
          <a:p>
            <a:pPr marL="457200" indent="-457200">
              <a:buAutoNum type="arabicPeriod"/>
            </a:pPr>
            <a:r>
              <a:rPr lang="en-US" b="1" dirty="0"/>
              <a:t>String Matching</a:t>
            </a:r>
          </a:p>
        </p:txBody>
      </p:sp>
    </p:spTree>
    <p:extLst>
      <p:ext uri="{BB962C8B-B14F-4D97-AF65-F5344CB8AC3E}">
        <p14:creationId xmlns:p14="http://schemas.microsoft.com/office/powerpoint/2010/main" val="272084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2908D-B7B6-823B-D435-8357D0BE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sz="4400" b="1" dirty="0"/>
              <a:t>Arrays</a:t>
            </a:r>
            <a:r>
              <a:rPr lang="en-US" b="1" dirty="0"/>
              <a:t> 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348FA-A4CB-E8FF-A80C-1961AD391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Used to store:  </a:t>
            </a:r>
          </a:p>
          <a:p>
            <a:r>
              <a:rPr lang="en-US" b="1" dirty="0"/>
              <a:t> List of words and hints  </a:t>
            </a:r>
          </a:p>
          <a:p>
            <a:r>
              <a:rPr lang="en-US" b="1" dirty="0"/>
              <a:t>Hangman drawing stages  </a:t>
            </a:r>
          </a:p>
          <a:p>
            <a:r>
              <a:rPr lang="en-US" b="1" dirty="0"/>
              <a:t>Letters guessed by the player</a:t>
            </a:r>
          </a:p>
          <a:p>
            <a:r>
              <a:rPr lang="en-US" b="1" dirty="0"/>
              <a:t>Allows indexed access and efficient traversal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052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C37E-FCF7-A397-A809-0EAB3BADA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39EB1-42E9-C768-0B05-59467E474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Used to represent:  </a:t>
            </a:r>
          </a:p>
          <a:p>
            <a:r>
              <a:rPr lang="en-US" b="1" dirty="0"/>
              <a:t> The secret word  </a:t>
            </a:r>
          </a:p>
          <a:p>
            <a:r>
              <a:rPr lang="en-US" b="1" dirty="0"/>
              <a:t> User input characters</a:t>
            </a:r>
          </a:p>
          <a:p>
            <a:r>
              <a:rPr lang="en-US" b="1" dirty="0"/>
              <a:t>String traversal helps in checking guessed letters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84122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C7C70-32E9-E0F5-E75D-119C05A8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sz="4400" b="1" dirty="0"/>
              <a:t>String matching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FAFC5-F7F9-1AD6-EB13-B42E3D43D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Used to check:  </a:t>
            </a:r>
          </a:p>
          <a:p>
            <a:r>
              <a:rPr lang="en-US" b="1" dirty="0"/>
              <a:t>Whether a guessed letter exists in the word  </a:t>
            </a:r>
          </a:p>
          <a:p>
            <a:r>
              <a:rPr lang="en-US" b="1" dirty="0"/>
              <a:t>Whether all letters are guessed</a:t>
            </a:r>
          </a:p>
          <a:p>
            <a:r>
              <a:rPr lang="en-US" b="1" dirty="0"/>
              <a:t> Implemented using loops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29899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F9B7-BCF9-229F-302B-64293A364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C164E-63A2-B912-22A6-30D7C3545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Difficulty levels</a:t>
            </a:r>
          </a:p>
          <a:p>
            <a:r>
              <a:rPr lang="en-US" b="1" dirty="0"/>
              <a:t>Score tracking</a:t>
            </a:r>
          </a:p>
          <a:p>
            <a:r>
              <a:rPr lang="en-US" b="1" dirty="0"/>
              <a:t>Sound effects </a:t>
            </a:r>
          </a:p>
          <a:p>
            <a:r>
              <a:rPr lang="en-US" b="1" dirty="0"/>
              <a:t>Mobile-responsive design</a:t>
            </a:r>
          </a:p>
          <a:p>
            <a:r>
              <a:rPr lang="en-US" b="1" dirty="0"/>
              <a:t>Multiplayer mode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31241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4378-85F5-EBAF-5527-9B18FF42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Thank you</a:t>
            </a:r>
          </a:p>
        </p:txBody>
      </p:sp>
      <p:pic>
        <p:nvPicPr>
          <p:cNvPr id="2050" name="Picture 2" descr="Hangman Game Images – Browse 417 Stock Photos, Vectors, and Video | Adobe  Stock">
            <a:extLst>
              <a:ext uri="{FF2B5EF4-FFF2-40B4-BE49-F238E27FC236}">
                <a16:creationId xmlns:a16="http://schemas.microsoft.com/office/drawing/2014/main" id="{F99B69C8-FFC1-5126-C723-622A2D621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087" y="3885279"/>
            <a:ext cx="2273808" cy="2273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1663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538</TotalTime>
  <Words>190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Corbel</vt:lpstr>
      <vt:lpstr>Wingdings</vt:lpstr>
      <vt:lpstr>Banded</vt:lpstr>
      <vt:lpstr>HANGMAN Game</vt:lpstr>
      <vt:lpstr>INTRODUCTION</vt:lpstr>
      <vt:lpstr> Features &amp; Working</vt:lpstr>
      <vt:lpstr>DSA Concepts Used</vt:lpstr>
      <vt:lpstr> Arrays  </vt:lpstr>
      <vt:lpstr>STRINGS</vt:lpstr>
      <vt:lpstr> String matching 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Prasad G</dc:creator>
  <cp:lastModifiedBy>Vishnu Prasad G</cp:lastModifiedBy>
  <cp:revision>4</cp:revision>
  <dcterms:created xsi:type="dcterms:W3CDTF">2026-01-29T08:33:20Z</dcterms:created>
  <dcterms:modified xsi:type="dcterms:W3CDTF">2026-01-29T17:31:52Z</dcterms:modified>
</cp:coreProperties>
</file>